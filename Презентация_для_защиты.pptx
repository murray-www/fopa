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600" b="1">
                <a:solidFill>
                  <a:srgbClr val="FFFFFF"/>
                </a:solidFill>
                <a:latin typeface="Calibri"/>
              </a:rPr>
              <a:t>CyberCheck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 b="0">
                <a:solidFill>
                  <a:srgbClr val="EFF6FF"/>
                </a:solidFill>
                <a:latin typeface="Calibri"/>
              </a:rPr>
              <a:t>Конструктор интерактивных чек-листов по кибергигиене</a:t>
            </a:r>
          </a:p>
          <a:p>
            <a:pPr algn="ctr"/>
            <a:r>
              <a:rPr sz="1800" b="0">
                <a:solidFill>
                  <a:srgbClr val="EFF6FF"/>
                </a:solidFill>
                <a:latin typeface="Calibri"/>
              </a:rPr>
              <a:t>Основы проектной деятельности · кейс 10</a:t>
            </a:r>
          </a:p>
          <a:p>
            <a:pPr algn="ctr"/>
            <a:r>
              <a:rPr sz="1800" b="0">
                <a:solidFill>
                  <a:srgbClr val="EFF6FF"/>
                </a:solidFill>
                <a:latin typeface="Calibri"/>
              </a:rPr>
              <a:t>Команда: менеджер · аналитик+дизайнер · системный архитектор · разработчик+техписатель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563EB"/>
                </a:solidFill>
                <a:latin typeface="Calibri"/>
              </a:rP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Преподаватели и HR не умеют программировать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Делают скучные PDF-инструкции, которые никто не читает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Люди не осваивают основы кибергигиены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563EB"/>
                </a:solidFill>
                <a:latin typeface="Calibri"/>
              </a:rPr>
              <a:t>Решение: no-code конструктор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Нетехнический специалист собирает интерактивный чек-лист из блоков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Публикация по ссылке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Пользователи проходят как квиз и получают результат / сертификат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563EB"/>
                </a:solidFill>
                <a:latin typeface="Calibri"/>
              </a:rPr>
              <a:t>Drag-and-drop интерфейс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Три типа блоков: текст, картинка, вопрос с вариантами ответа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Блоки перетаскиваются мышью, порядок меняется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Для мобильных — кнопки ↑/↓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563EB"/>
                </a:solidFill>
                <a:latin typeface="Calibri"/>
              </a:rPr>
              <a:t>Хранение структуры в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Чек-лист — один JSON-объект: title + blocks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blocks: text · image · question (options, correct)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Открытый переносимый формат, легко сохранить в БД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563EB"/>
                </a:solidFill>
                <a:latin typeface="Calibri"/>
              </a:rPr>
              <a:t>Защита от XSS-атак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Экранирование пользовательского ввода (&lt; &gt; &amp; " ')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Внедрённый скрипт выводится как текст, а не выполняется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Ссылки картинок: только https:// и data:image/…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563EB"/>
                </a:solidFill>
                <a:latin typeface="Calibri"/>
              </a:rPr>
              <a:t>Что реализовано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Конструктор с drag-and-drop и редактором блоков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Публикация и прохождение как квиз с сертификатом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Живая JSON-схема и экранирование ввода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Работает офлайн, без сервера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563EB"/>
                </a:solidFill>
                <a:latin typeface="Calibri"/>
              </a:rPr>
              <a:t>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Автор → конструктор → слой безопасности → JSON + localStorage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Публикация → плеер-квиз → результат / сертификат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В проде: серверная БД, DOMPurify, авторизация авторов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563EB"/>
                </a:solidFill>
                <a:latin typeface="Calibri"/>
              </a:rPr>
              <a:t>Результаты и 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Выполнены 3 результата задания: drag-and-drop, JSON-схема, защита от XSS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Оформлен полный комплект документации по ролям</a:t>
            </a:r>
          </a:p>
          <a:p>
            <a:pPr/>
            <a:r>
              <a:rPr sz="2000" b="0">
                <a:solidFill>
                  <a:srgbClr val="1F2937"/>
                </a:solidFill>
                <a:latin typeface="Calibri"/>
              </a:rPr>
              <a:t>Дальше: серверная БД, библиотека чек-листов, экспорт сертификата в 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600" b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 b="0">
                <a:solidFill>
                  <a:srgbClr val="EFF6FF"/>
                </a:solidFill>
                <a:latin typeface="Calibri"/>
              </a:rPr>
              <a:t>Вопросы?</a:t>
            </a:r>
          </a:p>
          <a:p>
            <a:pPr algn="ctr"/>
            <a:r>
              <a:rPr sz="1800" b="0">
                <a:solidFill>
                  <a:srgbClr val="EFF6FF"/>
                </a:solidFill>
                <a:latin typeface="Calibri"/>
              </a:rPr>
              <a:t>CyberCheck — конструктор чек-листов по кибергигиене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